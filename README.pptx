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homekma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저장소에 있는 주요 HTML 파일을 </a:t>
            </a:r>
            <a:r>
              <a:rPr b="1"/>
              <a:t>웹사이트 형태로 바로 열람할 수 있는 URL</a:t>
            </a:r>
            <a:r>
              <a:rPr/>
              <a:t>(GitHub Pages 및 raw.githack)을 정리한 문서입니다.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웹으로 보기 (추천 순서) 🌐</a:t>
            </a:r>
          </a:p>
          <a:p>
            <a:pPr lvl="0" indent="-342900" marL="342900">
              <a:buAutoNum type="arabicPeriod"/>
            </a:pPr>
            <a:r>
              <a:rPr b="1"/>
              <a:t>GitHub Pages (사이트 형태)</a:t>
            </a:r>
            <a:r>
              <a:rPr/>
              <a:t> — 저장소에서 GitHub Pages를 활성화한 경우 사용하세요.</a:t>
            </a:r>
          </a:p>
          <a:p>
            <a:pPr lvl="1"/>
            <a:r>
              <a:rPr/>
              <a:t>사이트 루트: https://baechew-creator.github.io/homekma/</a:t>
            </a:r>
          </a:p>
          <a:p>
            <a:pPr lvl="1"/>
            <a:r>
              <a:rPr>
                <a:latin typeface="Courier"/>
              </a:rPr>
              <a:t>index.html</a:t>
            </a:r>
            <a:r>
              <a:rPr/>
              <a:t> (루트): https://baechew-creator.github.io/homekma/</a:t>
            </a:r>
          </a:p>
          <a:p>
            <a:pPr lvl="1"/>
            <a:r>
              <a:rPr>
                <a:latin typeface="Courier"/>
              </a:rPr>
              <a:t>ai_studio_code (4).html</a:t>
            </a:r>
            <a:r>
              <a:rPr/>
              <a:t>: https://baechew-creator.github.io/homekma/ai_studio_code%20%284%29.html</a:t>
            </a:r>
          </a:p>
          <a:p>
            <a:pPr lvl="0" indent="-342900" marL="342900">
              <a:buAutoNum type="arabicPeriod"/>
            </a:pPr>
            <a:r>
              <a:rPr b="1"/>
              <a:t>raw.githack (즉시 HTML 렌더링 미러)</a:t>
            </a:r>
            <a:r>
              <a:rPr/>
              <a:t> — GitHub Pages 미활성화 시에도 HTML을 브라우저에서 바로 열람할 수 있습니다.</a:t>
            </a:r>
          </a:p>
          <a:p>
            <a:pPr lvl="1"/>
            <a:r>
              <a:rPr>
                <a:latin typeface="Courier"/>
              </a:rPr>
              <a:t>index.html</a:t>
            </a:r>
            <a:r>
              <a:rPr/>
              <a:t>: https://raw.githack.com/baechew-creator/homekma/main/index.html</a:t>
            </a:r>
          </a:p>
          <a:p>
            <a:pPr lvl="1"/>
            <a:r>
              <a:rPr>
                <a:latin typeface="Courier"/>
              </a:rPr>
              <a:t>ai_studio_code (4).html</a:t>
            </a:r>
            <a:r>
              <a:rPr/>
              <a:t>: https://raw.githack.com/baechew-creator/homekma/main/ai_studio_code%20%284%29.html</a:t>
            </a:r>
          </a:p>
          <a:p>
            <a:pPr lvl="0" indent="-342900" marL="342900">
              <a:buAutoNum type="arabicPeriod"/>
            </a:pPr>
            <a:r>
              <a:rPr b="1"/>
              <a:t>GitHub 파일 뷰 / Raw (코드 확인, 다운로드용)</a:t>
            </a:r>
          </a:p>
          <a:p>
            <a:pPr lvl="1"/>
            <a:r>
              <a:rPr>
                <a:latin typeface="Courier"/>
              </a:rPr>
              <a:t>index.html</a:t>
            </a:r>
            <a:r>
              <a:rPr/>
              <a:t> — GitHub 보기: https://github.com/baechew-creator/homekma/blob/main/index.html | Raw: https://raw.githubusercontent.com/baechew-creator/homekma/main/index.html</a:t>
            </a:r>
          </a:p>
          <a:p>
            <a:pPr lvl="1"/>
            <a:r>
              <a:rPr>
                <a:latin typeface="Courier"/>
              </a:rPr>
              <a:t>ai_studio_code (4).html</a:t>
            </a:r>
            <a:r>
              <a:rPr/>
              <a:t> — GitHub 보기: https://github.com/baechew-creator/homekma/blob/main/ai_studio_code%20%284%29.html | Raw: https://raw.githubusercontent.com/baechew-creator/homekma/main/ai_studio_code%20%284%29.html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참고</a:t>
            </a:r>
            <a:r>
              <a:rPr sz="2000"/>
              <a:t>: GitHub Pages가 활성화되어 있지 않으면 </a:t>
            </a:r>
            <a:r>
              <a:rPr sz="2000">
                <a:latin typeface="Courier"/>
              </a:rPr>
              <a:t>github.io</a:t>
            </a:r>
            <a:r>
              <a:rPr sz="2000"/>
              <a:t> 링크는 404가 됩니다. 그런 경우 </a:t>
            </a:r>
            <a:r>
              <a:rPr sz="2000" b="1"/>
              <a:t>raw.githack</a:t>
            </a:r>
            <a:r>
              <a:rPr sz="2000"/>
              <a:t> 링크를 사용하면 브라우저에서 즉시 HTML을 확인할 수 있습니다.</a:t>
            </a:r>
          </a:p>
          <a:p>
            <a:pPr lvl="0" indent="0" marL="1270000">
              <a:buNone/>
            </a:pPr>
            <a:r>
              <a:rPr sz="2000"/>
              <a:t>파일명에 공백이나 괄호가 있는 경우 URL 인코딩(</a:t>
            </a:r>
            <a:r>
              <a:rPr sz="2000">
                <a:latin typeface="Courier"/>
              </a:rPr>
              <a:t>%20</a:t>
            </a:r>
            <a:r>
              <a:rPr sz="2000"/>
              <a:t>, </a:t>
            </a:r>
            <a:r>
              <a:rPr sz="2000">
                <a:latin typeface="Courier"/>
              </a:rPr>
              <a:t>%28</a:t>
            </a:r>
            <a:r>
              <a:rPr sz="2000"/>
              <a:t>, </a:t>
            </a:r>
            <a:r>
              <a:rPr sz="2000">
                <a:latin typeface="Courier"/>
              </a:rPr>
              <a:t>%29</a:t>
            </a:r>
            <a:r>
              <a:rPr sz="2000"/>
              <a:t> 등)이 필요합니다.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원하시면 이 저장소에 대해 </a:t>
            </a:r>
            <a:r>
              <a:rPr b="1"/>
              <a:t>GitHub Pages 활성화</a:t>
            </a:r>
            <a:r>
              <a:rPr/>
              <a:t>를 대신 설정해 드리거나(권한 필요), README에 사용법(예: 타깃 브랜치/폴더, custom domain)도 추가하겠습니다.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2025-12-24T06:09:55Z</dcterms:created>
  <dcterms:modified xsi:type="dcterms:W3CDTF">2025-12-24T06:09:55Z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